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TI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assets/logo_pt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64762" cy="1022299"/>
          </a:xfrm>
          <a:prstGeom prst="rect">
            <a:avLst/>
          </a:prstGeom>
        </p:spPr>
      </p:pic>
      <p:pic>
        <p:nvPicPr>
          <p:cNvPr id="3" name="Image 1" descr="/home/claude/pptx_work/assets/logo_ript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6926" y="226771"/>
            <a:ext cx="444398" cy="568757"/>
          </a:xfrm>
          <a:prstGeom prst="rect">
            <a:avLst/>
          </a:prstGeom>
        </p:spPr>
      </p:pic>
      <p:pic>
        <p:nvPicPr>
          <p:cNvPr id="4" name="Image 2" descr="/home/claude/pptx_work/assets/footer_dec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81928"/>
            <a:ext cx="12191695" cy="57607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6576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trình Web nâng cao  |  Buổi 2: Kiến trúc &amp; Design Pattern trong React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assets/logo_pt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64762" cy="1022299"/>
          </a:xfrm>
          <a:prstGeom prst="rect">
            <a:avLst/>
          </a:prstGeom>
        </p:spPr>
      </p:pic>
      <p:pic>
        <p:nvPicPr>
          <p:cNvPr id="3" name="Image 1" descr="/home/claude/pptx_work/assets/logo_ript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6926" y="226771"/>
            <a:ext cx="444398" cy="568757"/>
          </a:xfrm>
          <a:prstGeom prst="rect">
            <a:avLst/>
          </a:prstGeom>
        </p:spPr>
      </p:pic>
      <p:pic>
        <p:nvPicPr>
          <p:cNvPr id="4" name="Image 2" descr="/home/claude/pptx_work/assets/cover_bg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58798"/>
            <a:ext cx="12191695" cy="5498287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66928" y="2148840"/>
            <a:ext cx="11055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PHẦN: LẬP TRÌNH WEB NÂNG CAO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548640" y="2542032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DA21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BUỔI 2 — KIẾN TRÚC &amp; DESIGN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DA21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PATTERN TRONG REACT</a:t>
            </a:r>
            <a:endParaRPr lang="en-US" sz="4000" dirty="0"/>
          </a:p>
        </p:txBody>
      </p:sp>
      <p:sp>
        <p:nvSpPr>
          <p:cNvPr id="7" name="Text 2"/>
          <p:cNvSpPr/>
          <p:nvPr/>
        </p:nvSpPr>
        <p:spPr>
          <a:xfrm>
            <a:off x="566928" y="4315968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thuyết + Thực hành với TypeScript  •  3 tiết học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566928" y="553212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Giảng viên: Ngô Văn Nhận – 0888726113 – nhannv@ptit.edu.vn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Reseach Institute of Posts and Telecommunications  (RIPT)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Mục tiêu buổi học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566928" cy="566928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5" name="Image 0" descr="/home/claude/pptx_work/icons/diagra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629" y="1948221"/>
            <a:ext cx="419527" cy="4195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2880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diện được các mẫu thiết kế (design pattern) phổ biến trong React để giải quyết bài toán tái sử dụng logic và UI.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66928" y="2926080"/>
            <a:ext cx="566928" cy="566928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8" name="Image 1" descr="/home/claude/pptx_work/icons/cod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29" y="2999781"/>
            <a:ext cx="419527" cy="41952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88036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dụng thành thạo HOC, Render Props, Compound Component bằng TypeScript trong dự án thực tế.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66928" y="3977640"/>
            <a:ext cx="566928" cy="566928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11" name="Image 2" descr="/home/claude/pptx_work/icons/cube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29" y="4051341"/>
            <a:ext cx="419527" cy="41952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93192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được custom hook nghiệp vụ (useForm, useFetch, usePagination) tuân thủ nguyên tắc thiết kế tốt.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Nội dung buổi học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1961388" y="2331720"/>
            <a:ext cx="731520" cy="731520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6" name="Image 0" descr="/home/claude/pptx_work/icons/boo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6486" y="2426818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3200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6928" y="350215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Lý thuyết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86968" y="411480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chủ đề: vấn đề tái sử dụng logic, HOC, Render Props, Compound Component, Custom Hooks nâng cao, so sánh lựa chọn pattern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61688" y="196596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DA2128"/>
          </a:solidFill>
          <a:ln/>
        </p:spPr>
      </p:sp>
      <p:sp>
        <p:nvSpPr>
          <p:cNvPr id="11" name="Shape 8"/>
          <p:cNvSpPr/>
          <p:nvPr/>
        </p:nvSpPr>
        <p:spPr>
          <a:xfrm>
            <a:off x="5756148" y="23317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pptx_work/icons/lapto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246" y="2426818"/>
            <a:ext cx="541325" cy="5413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61688" y="3200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361688" y="350215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Thực hành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681728" y="411480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bài thực hành trực tiếp: HOC withAuth, Compound Component Tabs, custom hook useFetch&lt;T&gt;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56448" y="196596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F2F2F2"/>
          </a:solidFill>
          <a:ln/>
        </p:spPr>
      </p:sp>
      <p:sp>
        <p:nvSpPr>
          <p:cNvPr id="17" name="Shape 13"/>
          <p:cNvSpPr/>
          <p:nvPr/>
        </p:nvSpPr>
        <p:spPr>
          <a:xfrm>
            <a:off x="9550908" y="2331720"/>
            <a:ext cx="731520" cy="731520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18" name="Image 2" descr="/home/claude/pptx_work/icons/clipboar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006" y="2426818"/>
            <a:ext cx="541325" cy="5413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3200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156448" y="350215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Bài tập về nhà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8476488" y="411480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Accordion hoàn chỉnh và custom hook usePagination&lt;T&gt; áp dụng cho danh sách sản phẩm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3172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· LÝ THUYẾT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2788920"/>
            <a:ext cx="110550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A21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KIẾN TRÚC &amp; DESIGN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DA21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PATTERN TRONG REACT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397764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chủ đề giúp tái sử dụng logic và UI một cách chuyên nghiệp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ĐẶT VẤN ĐỀ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Vấn đề tái sử dụng logic trong React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viết component thông thường gặp khó khăn gì?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214884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component khác nhau nhưng có chung một đoạn logic (ví dụ: kiểm tra đăng nhập, gọi API, phân trang) → phải copy-paste code</a:t>
            </a:r>
            <a:endParaRPr lang="en-US" sz="150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logic dẫn đến khó bảo trì: sửa một chỗ phải sửa nhiều nơi</a:t>
            </a:r>
            <a:endParaRPr lang="en-US" sz="150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Trộn lẫn logic nghiệp vụ với logic hiển thị (UI) trong cùng một component → khó test, khó tái sử dụng</a:t>
            </a:r>
            <a:endParaRPr lang="en-US" sz="150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Cần các mẫu thiết kế (pattern) chuẩn để tách logic dùng chung ra khỏi UI, có thể tái sử dụng nhiều nơi.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HOC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Higher-Order Component (HOC) — Khái niệm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5394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 là một hàm nhận vào 1 component và trả về 1 component mới đã được 'tăng cường'.</a:t>
            </a:r>
            <a:endParaRPr lang="en-US" sz="150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Cú pháp: const EnhancedComponent = withSomething(WrappedComponent)</a:t>
            </a:r>
            <a:endParaRPr lang="en-US" sz="150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để tái sử dụng logic chung: xác thực, log, inject dữ liệu...</a:t>
            </a:r>
            <a:endParaRPr lang="en-US" sz="150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TypeScript, cần dùng generic để giữ được kiểu Props của component gốc.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37960" y="192024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Khuôn mẫu HOC tổng quát với TypeScript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withLogger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extends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Component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React.ComponentType&lt;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function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Wrapped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(props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'Render:'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Component.name);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&lt;Component {...props} /&gt;;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HOC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HOC — Ví dụ thực tế: withAuth&lt;P&gt;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94360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920240"/>
            <a:ext cx="5486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HOC kiểm tra đăng nhập trước khi render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withAuth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extends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Component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React.ComponentType&lt;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function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AuthWrapped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(props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{ user }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useAuth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(!user)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&lt;Navigate to=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"/login"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/&gt;;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&lt;Component {...props} /&gt;;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ProtectedDashboard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withAuth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(Dashboard);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720840" y="1737360"/>
            <a:ext cx="4937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nào NÊN dùng HOC:</a:t>
            </a:r>
            <a:endParaRPr lang="en-US" sz="135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bọc nhiều component khác nhau bằng cùng 1 logic (auth, theme, tracking...)</a:t>
            </a:r>
            <a:endParaRPr lang="en-US" sz="135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nào KHÔNG nên dùng:</a:t>
            </a:r>
            <a:endParaRPr lang="en-US" sz="135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Bọc quá nhiều lớp HOC lồng nhau → khó debug ('wrapper hell')</a:t>
            </a:r>
            <a:endParaRPr lang="en-US" sz="135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Cân nhắc dùng Custom Hook thay thế nếu chỉ cần chia sẻ logic, không cần bọc UI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RENDER PROPS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Render Props Pattern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108813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Props: một component nhận vào 1 prop dạng hàm (thường đặt tên là 'render' hoặc dùng children) để quyết định phần UI cần hiển thị.</a:t>
            </a:r>
            <a:endParaRPr lang="en-US" sz="150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cha lo phần logic, phần hàm truyền vào lo phần hiển thị.</a:t>
            </a:r>
            <a:endParaRPr lang="en-US" sz="150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 hoạt hơn HOC vì không tạo thêm lớp bọc cố định — nơi gọi tự quyết định render gì.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3657600"/>
            <a:ext cx="10881360" cy="2468880"/>
          </a:xfrm>
          <a:prstGeom prst="roundRect">
            <a:avLst>
              <a:gd name="adj" fmla="val 296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384048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Component cha quản lý state, con quyết định UI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MouseTrackerProps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render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(pos: { x: number; y: number }) =&gt; React.ReactNode;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MouseTracker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render }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MouseTrackerProps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[pos, setPos] 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useState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x: 0, y: 0 });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onMouseMove={e =&gt; setPos({x:e.clientX, y:e.clientY})}&gt;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{render(pos)}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&lt;/div&gt;;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Dùng: &lt;MouseTracker render={pos =&gt; &lt;p&gt;{pos.x},{pos.y}&lt;/p&gt;} /&gt;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RENDER PROPS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 sánh HOC và Render Props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69080"/>
                <a:gridCol w="40690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Tiêu chí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HOC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Render Props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Cách chia sẻ logic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Bọc component trong 1 hàm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Truyền hàm qua prop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Độ linh hoạt UI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Thấp hơn (UI cố định trong HOC)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Cao (nơi gọi tự quyết định UI)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Vấn đề thường gặp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"Wrapper hell" khi lồng nhiều HOC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Lồng nhiều render prop gây khó đọc JSX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81820"/>
                          </a:solidFill>
                        </a:rPr>
                        <a:t>Xu hướng hiện nay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81820"/>
                          </a:solidFill>
                        </a:rPr>
                        <a:t>Dần thay thế bằng Custom Hook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81820"/>
                          </a:solidFill>
                        </a:rPr>
                        <a:t>Dần thay thế bằng Custom Hook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COMPOUND COMPONENT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Compound Components Pattern — Khái niệm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5394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Component: nhiều component nhỏ phối hợp với nhau để tạo thành 1 khối chức năng hoàn chỉnh.</a:t>
            </a:r>
            <a:endParaRPr lang="en-US" sz="145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điển hình: &lt;Tabs&gt;&lt;Tabs.List&gt;...&lt;/Tabs.List&gt;&lt;Tabs.Panel&gt;...&lt;/Tabs.Panel&gt;&lt;/Tabs&gt;</a:t>
            </a:r>
            <a:endParaRPr lang="en-US" sz="145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Context API để các component con 'ngầm' chia sẻ state với nhau mà không cần truyền props thủ công qua nhiều tầng.</a:t>
            </a:r>
            <a:endParaRPr lang="en-US" sz="145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điểm: API sử dụng rất tự nhiên, linh hoạt sắp xếp lại các phần con.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37960" y="192024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Cách dùng mong muốn (API cuối cùng)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&lt;Tabs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defaultValue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"tab1"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&lt;Tabs.List&gt;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&lt;Tabs.Tab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"tab1"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&gt;Giới thiệu&lt;/Tabs.Tab&gt;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&lt;Tabs.Tab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"tab2"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&gt;Chi tiết&lt;/Tabs.Tab&gt;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&lt;/Tabs.List&gt;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&lt;Tabs.Panel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"tab1"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&gt;Nội dung 1&lt;/Tabs.Panel&gt;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&lt;Tabs.Panel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"tab2"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&gt;Nội dung 2&lt;/Tabs.Panel&gt;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&lt;/Tabs&gt;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COMPOUND COMPONENT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Compound Components — Cài đặt với Context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806440" cy="4434840"/>
          </a:xfrm>
          <a:prstGeom prst="roundRect">
            <a:avLst>
              <a:gd name="adj" fmla="val 1649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920240"/>
            <a:ext cx="53492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1) Context lưu tab đang chọn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TabsContextType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string;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setValue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(v: string) =&gt; void;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TabsContext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createContext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TabsContextType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2) Component cha cung cấp Context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Tabs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defaultValue, children }: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[value, setValue]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useState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(defaultValue);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&lt;TabsContext.Provider value=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value, setValue }}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{children}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&lt;/TabsContext.Provider&gt;;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37960" y="1737360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0" y="1920240"/>
            <a:ext cx="46634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3) Component con dùng chung Context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useTabsContext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ctx 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useContext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(TabsContext);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(!ctx) 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 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'...'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ctx;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value, children }: 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TabProps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value: active, setValue }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useTabsContext();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onClick={() =&gt; setValue(value)}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className=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{active===value?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'active'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}&gt;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{children}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&lt;/button&gt;;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Tabs.Tab 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Tab;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CUSTOM HOOKS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 Hooks nâng cao — Nguyên tắc thiết kế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Hook = hàm bắt đầu bằng 'use', kết hợp nhiều hook cơ bản (useState, useEffect...) thành 1 hook nghiệp vụ.</a:t>
            </a:r>
            <a:endParaRPr lang="en-US" sz="150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tắc thiết kế custom hook tốt:</a:t>
            </a:r>
            <a:endParaRPr lang="en-US" sz="1500" dirty="0"/>
          </a:p>
          <a:p>
            <a:pPr algn="l"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Responsibility: mỗi hook chỉ nên giải quyết 1 việc rõ ràng</a:t>
            </a:r>
            <a:endParaRPr lang="en-US" sz="1500" dirty="0"/>
          </a:p>
          <a:p>
            <a:pPr algn="l"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về interface rõ ràng: object có tên thuộc tính dễ hiểu, có type đầy đủ</a:t>
            </a:r>
            <a:endParaRPr lang="en-US" sz="1500" dirty="0"/>
          </a:p>
          <a:p>
            <a:pPr algn="l"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phụ thuộc UI cụ thể: hook không nên biết component sẽ render gì</a:t>
            </a:r>
            <a:endParaRPr lang="en-US" sz="1500" dirty="0"/>
          </a:p>
          <a:p>
            <a:pPr algn="l"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test độc lập: có thể test bằng renderHook mà không cần dựng UI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CUSTOM HOOKS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 Hooks — Ví dụ useFetch&lt;T&gt;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7315200" cy="4526280"/>
          </a:xfrm>
          <a:prstGeom prst="roundRect">
            <a:avLst>
              <a:gd name="adj" fmla="val 1616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874520"/>
            <a:ext cx="685800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FetchState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{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loading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useFetch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&gt;(url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string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FetchState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{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[data, setData]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useState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[loading, setLoading]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useState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[error, setError]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useState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{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fetch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(url).then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 =&gt; r.json()).then(setData)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.catch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 =&gt; setError(e.message))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.finally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setLoading(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[url]);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data, loading, error };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92440" y="1737360"/>
            <a:ext cx="356616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chung được cho MỌI loại dữ liệu nhờ generic &lt;T&gt;</a:t>
            </a:r>
            <a:endParaRPr lang="en-US" sz="130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chỉ cần gọi: const { data, loading, error } = useFetch&lt;Product[]&gt;(url)</a:t>
            </a:r>
            <a:endParaRPr lang="en-US" sz="130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biết gì về UI — chỉ lo lấy dữ liệu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SO SÁNH &amp; LỰA CHỌN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Tổng kết — Chọn pattern nào cho bài toán nào?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7498080"/>
                <a:gridCol w="33832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Tình huống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Pattern phù hợp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Chia sẻ logic không kèm UI cố định</a:t>
                      </a:r>
                      <a:endParaRPr lang="en-US" sz="13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A81820"/>
                          </a:solidFill>
                        </a:rPr>
                        <a:t>Custom Hook</a:t>
                      </a:r>
                      <a:endParaRPr lang="en-US" sz="13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Cần bọc nhiều component bằng 1 logic chung (auth, tracking)</a:t>
                      </a:r>
                      <a:endParaRPr lang="en-US" sz="13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A81820"/>
                          </a:solidFill>
                        </a:rPr>
                        <a:t>HOC</a:t>
                      </a:r>
                      <a:endParaRPr lang="en-US" sz="13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Cần linh hoạt hoàn toàn phần hiển thị</a:t>
                      </a:r>
                      <a:endParaRPr lang="en-US" sz="13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A81820"/>
                          </a:solidFill>
                        </a:rPr>
                        <a:t>Render Props</a:t>
                      </a:r>
                      <a:endParaRPr lang="en-US" sz="13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Nhóm nhiều component nhỏ phối hợp thành 1 khối UI (Tabs, Accordion, Menu)</a:t>
                      </a:r>
                      <a:endParaRPr lang="en-US" sz="13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A81820"/>
                          </a:solidFill>
                        </a:rPr>
                        <a:t>Compound Component</a:t>
                      </a:r>
                      <a:endParaRPr lang="en-US" sz="13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1663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hướng chung: React hiện đại ưu tiên Custom Hook cho hầu hết bài toán chia sẻ logic; HOC và Render Props vẫn hữu ích khi cần chuẩn hoá cách bọc UI.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3172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· THỰC HÀNH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2788920"/>
            <a:ext cx="110550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A21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CÙNG VIẾT CODE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397764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ngay các pattern vừa học vào 3 bài thực hành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1/3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Thực hành 1 — HOC withAuth&lt;P&gt;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08813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cầu:</a:t>
            </a:r>
            <a:endParaRPr lang="en-US" sz="145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HOC withAuth&lt;P&gt; kiểm tra đăng nhập trước khi render component</a:t>
            </a:r>
            <a:endParaRPr lang="en-US" sz="1450" dirty="0"/>
          </a:p>
          <a:p>
            <a:pPr algn="l"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chưa đăng nhập: điều hướng về trang /login</a:t>
            </a:r>
            <a:endParaRPr lang="en-US" sz="145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thực hiện:</a:t>
            </a:r>
            <a:endParaRPr lang="en-US" sz="145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Viết hàm withAuth nhận vào Component generic &lt;P&gt;</a:t>
            </a:r>
            <a:endParaRPr lang="en-US" sz="145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Bên trong, dùng hook useAuth() (giả lập) lấy thông tin user</a:t>
            </a:r>
            <a:endParaRPr lang="en-US" sz="145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Trả về component mới: nếu có user thì render Component, ngược lại điều hướng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4937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51206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ProtectedProfile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withAuth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(ProfilePage);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&lt;ProtectedProfile /&gt; tự động kiểm tra đăng nhập trước khi hiển thị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2/3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Thực hành 2 — Compound Component Tabs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08813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cầu:</a:t>
            </a:r>
            <a:endParaRPr lang="en-US" sz="145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bộ component Tabs, Tabs.List, Tabs.Tab, Tabs.Panel bằng TypeScript + Context</a:t>
            </a:r>
            <a:endParaRPr lang="en-US" sz="145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thực hiện:</a:t>
            </a:r>
            <a:endParaRPr lang="en-US" sz="145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Tạo TabsContext lưu giá trị tab đang active</a:t>
            </a:r>
            <a:endParaRPr lang="en-US" sz="145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Component Tabs cung cấp Context, quản lý state 'value'</a:t>
            </a:r>
            <a:endParaRPr lang="en-US" sz="145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Tabs.Tab đọc/ghi Context để chuyển tab khi click</a:t>
            </a:r>
            <a:endParaRPr lang="en-US" sz="145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Tabs.Panel chỉ hiển thị nội dung khi value trùng với tab đang active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3/3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Thực hành 3 — Custom Hook useFetch&lt;T&gt;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08813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cầu:</a:t>
            </a:r>
            <a:endParaRPr lang="en-US" sz="145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custom hook useFetch&lt;T&gt;(url: string) trả về { data, loading, error } có generic type</a:t>
            </a:r>
            <a:endParaRPr lang="en-US" sz="145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thực hiện:</a:t>
            </a:r>
            <a:endParaRPr lang="en-US" sz="145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Khởi tạo 3 state: data, loading, error với kiểu tường minh</a:t>
            </a:r>
            <a:endParaRPr lang="en-US" sz="145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Dùng useEffect gọi fetch(url) mỗi khi url thay đổi</a:t>
            </a:r>
            <a:endParaRPr lang="en-US" sz="145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Áp dụng hook cho danh sách sản phẩm: useFetch&lt;Product[]&gt;('/api/products')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466344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484632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ProductList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data: products, loading, error }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useFetch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[]&gt;(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'/api/products'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(loading)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&lt;p&gt;Đang tải...&lt;/p&gt;;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3172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2788920"/>
            <a:ext cx="110550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A21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BÀI TẬP VỀ NHÀ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397764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 trước khi vào Buổi 3 — Redux Toolkit + TypeScript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NỘP TRƯỚC BUỔI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Bài tập về nhà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" cy="548640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5" name="Image 0" descr="/home/claude/pptx_work/icons/clipbo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" y="1854403"/>
            <a:ext cx="405994" cy="4059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105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Đề bài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6928" y="2423160"/>
            <a:ext cx="5577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Compound Component Accordion hoàn chỉnh:</a:t>
            </a:r>
            <a:endParaRPr lang="en-US" sz="1400" dirty="0"/>
          </a:p>
          <a:p>
            <a:pPr algn="l"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panel, nhưng chỉ mở 1 panel tại một thời điểm</a:t>
            </a:r>
            <a:endParaRPr lang="en-US" sz="1400" dirty="0"/>
          </a:p>
          <a:p>
            <a:pPr algn="l"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Context API tương tự Tabs đã thực hành</a:t>
            </a:r>
            <a:endParaRPr lang="en-US" sz="140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custom hook usePagination&lt;T&gt; áp dụng cho danh sách sản phẩm:</a:t>
            </a:r>
            <a:endParaRPr lang="en-US" sz="1400" dirty="0"/>
          </a:p>
          <a:p>
            <a:pPr algn="l"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vào mảng dữ liệu T[] và số item/trang</a:t>
            </a:r>
            <a:endParaRPr lang="en-US" sz="1400" dirty="0"/>
          </a:p>
          <a:p>
            <a:pPr algn="l"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về: trang hiện tại, tổng số trang, hàm next/prev/goToPage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92240" y="178308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681228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 ĐÁNH GIÁ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12280" y="2468880"/>
            <a:ext cx="44805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Accordion hoạt động đúng: mở panel này thì đóng panel khác</a:t>
            </a:r>
            <a:endParaRPr lang="en-US" sz="140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usePagination&lt;T&gt; có type generic rõ ràng, không dùng any</a:t>
            </a:r>
            <a:endParaRPr lang="en-US" sz="140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bạch logic (hook/context) và phần hiển thị (UI)</a:t>
            </a:r>
            <a:endParaRPr lang="en-US" sz="140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có tổ chức, đặt tên rõ ràng, có comment cần thiết</a:t>
            </a:r>
            <a:endParaRPr lang="en-US" sz="140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Nộp đúng hạn trước giờ học Buổi 3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TRƯỚC KHI RỜI LỚP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Chuẩn bị &amp; tài liệu tham khảo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148840"/>
            <a:ext cx="502920" cy="502920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6" name="Image 0" descr="/home/claude/pptx_work/icons/tool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628" y="221422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7432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Công cụ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315468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LTS + VS Code</a:t>
            </a:r>
            <a:endParaRPr lang="en-US" sz="125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DevTools (kiểm tra Context, re-render)</a:t>
            </a:r>
            <a:endParaRPr lang="en-US" sz="125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Extension: ESLint, Prettier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61688" y="187452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4636008" y="2148840"/>
            <a:ext cx="502920" cy="502920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11" name="Image 1" descr="/home/claude/pptx_work/icons/boo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388" y="221422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36008" y="27432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Tài liệu chính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36008" y="315468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Docs — Passing Data Deeply with Context</a:t>
            </a:r>
            <a:endParaRPr lang="en-US" sz="125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Mehul Mohan, Advanced Web Development with React, BPB, 2020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56448" y="187452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2F2F2"/>
          </a:solidFill>
          <a:ln/>
        </p:spPr>
      </p:sp>
      <p:sp>
        <p:nvSpPr>
          <p:cNvPr id="15" name="Shape 11"/>
          <p:cNvSpPr/>
          <p:nvPr/>
        </p:nvSpPr>
        <p:spPr>
          <a:xfrm>
            <a:off x="8430768" y="2148840"/>
            <a:ext cx="502920" cy="502920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16" name="Image 2" descr="/home/claude/pptx_work/icons/rout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148" y="221422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30768" y="27432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Kết nối buổi sau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30768" y="315468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3: Quản lý State nâng cao với Redux Toolkit + TypeScript</a:t>
            </a:r>
            <a:endParaRPr lang="en-US" sz="125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Hook hôm nay sẽ được nâng cấp thành slice Redux ở Buổi 3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A2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assets/logo_ript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6926" y="226771"/>
            <a:ext cx="444398" cy="5687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50408" y="123444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1" descr="/home/claude/pptx_work/icons/question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296" y="1481328"/>
            <a:ext cx="603504" cy="60350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66928" y="2606040"/>
            <a:ext cx="11055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CẢM ƠN &amp; HỎI ĐÁP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914400" y="34290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3: Quản lý State nâng cao với Redux Toolkit + TypeScript — hẹn gặp lại!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66928" y="4846320"/>
            <a:ext cx="11055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viên: Ngô Văn Nhận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0888726113  ·  nhannv@ptit.edu.vn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365760" y="645566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trình Web nâng cao  |  Buổi 2: Kiến trúc &amp; Design Pattern trong React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2026-08-23T11:40:41Z</dcterms:created>
  <dcterms:modified xsi:type="dcterms:W3CDTF">2026-08-23T11:40:41Z</dcterms:modified>
</cp:coreProperties>
</file>