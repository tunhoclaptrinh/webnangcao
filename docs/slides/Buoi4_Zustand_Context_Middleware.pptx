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TI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assets/logo_pt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64762" cy="1022299"/>
          </a:xfrm>
          <a:prstGeom prst="rect">
            <a:avLst/>
          </a:prstGeom>
        </p:spPr>
      </p:pic>
      <p:pic>
        <p:nvPicPr>
          <p:cNvPr id="3" name="Image 1" descr="/home/claude/pptx_work/assets/logo_ript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6926" y="226771"/>
            <a:ext cx="444398" cy="568757"/>
          </a:xfrm>
          <a:prstGeom prst="rect">
            <a:avLst/>
          </a:prstGeom>
        </p:spPr>
      </p:pic>
      <p:pic>
        <p:nvPicPr>
          <p:cNvPr id="4" name="Image 2" descr="/home/claude/pptx_work/assets/footer_de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81928"/>
            <a:ext cx="12191695" cy="57607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657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Web nâng cao  |  Buổi 4: So sánh Zustand, Context nâng cao &amp; Middleware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assets/logo_pt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64762" cy="1022299"/>
          </a:xfrm>
          <a:prstGeom prst="rect">
            <a:avLst/>
          </a:prstGeom>
        </p:spPr>
      </p:pic>
      <p:pic>
        <p:nvPicPr>
          <p:cNvPr id="3" name="Image 1" descr="/home/claude/pptx_work/assets/logo_ript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6926" y="226771"/>
            <a:ext cx="444398" cy="568757"/>
          </a:xfrm>
          <a:prstGeom prst="rect">
            <a:avLst/>
          </a:prstGeom>
        </p:spPr>
      </p:pic>
      <p:pic>
        <p:nvPicPr>
          <p:cNvPr id="4" name="Image 2" descr="/home/claude/pptx_work/assets/cover_bg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8798"/>
            <a:ext cx="12191695" cy="5498287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566928" y="2148840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PHẦN: LẬP TRÌNH WEB NÂNG CAO</a:t>
            </a:r>
            <a:endParaRPr lang="en-US" sz="1600" dirty="0"/>
          </a:p>
        </p:txBody>
      </p:sp>
      <p:sp>
        <p:nvSpPr>
          <p:cNvPr id="6" name="Text 1"/>
          <p:cNvSpPr txBox="1"/>
          <p:nvPr/>
        </p:nvSpPr>
        <p:spPr>
          <a:xfrm>
            <a:off x="548640" y="2542032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BUỔI 4 — SO SÁNH ZUSTAND,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CONTEXT NÂNG CAO &amp; MIDDLEWARE</a:t>
            </a:r>
            <a:endParaRPr lang="en-US" sz="4000" dirty="0"/>
          </a:p>
        </p:txBody>
      </p:sp>
      <p:sp>
        <p:nvSpPr>
          <p:cNvPr id="7" name="Text 2"/>
          <p:cNvSpPr txBox="1"/>
          <p:nvPr/>
        </p:nvSpPr>
        <p:spPr>
          <a:xfrm>
            <a:off x="566928" y="431596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thuyết + Thực hành với TypeScript  •  3 tiết học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566928" y="5532120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Giảng viên: Ngô Văn Nhận – 0888726113 – nhannv@ptit.edu.vn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Reseach Institute of Posts and Telecommunications  (RIPT)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Mục tiêu buổi học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5" name="Image 0" descr="/home/claude/pptx_work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629" y="194822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8288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thành thạo Zustand store với TypeScript và so sánh trực tiếp với code Redux Toolkit cho cùng 1 bài toán.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6928" y="292608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8" name="Image 1" descr="/home/claude/pptx_work/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29" y="2999781"/>
            <a:ext cx="419527" cy="41952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8803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cao Context API: tách nhỏ Context chống re-render và kết hợp useReducer + Context để xây một "mini-Redux".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66928" y="397764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11" name="Image 2" descr="/home/claude/pptx_work/icons/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29" y="4051341"/>
            <a:ext cx="419527" cy="41952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39319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cách middleware Redux hoạt động (thunk, logger, saga) và dùng bảng tiêu chí để chọn đúng giải pháp quản lý state.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Nội dung buổi học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91858"/>
            <a:ext cx="3219054" cy="3566160"/>
          </a:xfrm>
          <a:prstGeom prst="roundRect">
            <a:avLst>
              <a:gd name="adj" fmla="val 1704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810695" y="2157618"/>
            <a:ext cx="731520" cy="73152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6" name="Image 0" descr="/home/claude/pptx_work/icons/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792" y="2252716"/>
            <a:ext cx="541325" cy="5413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2934858"/>
            <a:ext cx="3219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236610"/>
            <a:ext cx="32190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Lý thuyết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86968" y="3803538"/>
            <a:ext cx="25789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chủ đề: đặt vấn đề, Zustand (triết lý &amp; so sánh code với RTK), Context nâng cao (tách nhỏ &amp; mini-Redux), Middleware Redux (thunk/logger/saga), bảng tiêu chí lựa chọn, chọn giải pháp cho đồ án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060302" y="1791858"/>
            <a:ext cx="3219054" cy="3566160"/>
          </a:xfrm>
          <a:prstGeom prst="roundRect">
            <a:avLst>
              <a:gd name="adj" fmla="val 1704"/>
            </a:avLst>
          </a:prstGeom>
          <a:solidFill>
            <a:srgbClr val="DA2128"/>
          </a:solidFill>
          <a:ln/>
        </p:spPr>
      </p:sp>
      <p:sp>
        <p:nvSpPr>
          <p:cNvPr id="11" name="Shape 8"/>
          <p:cNvSpPr/>
          <p:nvPr/>
        </p:nvSpPr>
        <p:spPr>
          <a:xfrm>
            <a:off x="5304069" y="215761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pptx_work/icons/lapto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166" y="2252716"/>
            <a:ext cx="541325" cy="5413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60302" y="2934858"/>
            <a:ext cx="3219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060302" y="3236610"/>
            <a:ext cx="32190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Thực hành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380342" y="3803538"/>
            <a:ext cx="25789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bài thực hành: viết lại cartSlice bằng Zustand, thêm middleware redux-logger vào store Buổi 3, tách Context nâng cao chống re-render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553676" y="1791858"/>
            <a:ext cx="3219054" cy="3566160"/>
          </a:xfrm>
          <a:prstGeom prst="roundRect">
            <a:avLst>
              <a:gd name="adj" fmla="val 1704"/>
            </a:avLst>
          </a:prstGeom>
          <a:solidFill>
            <a:srgbClr val="F2F2F2"/>
          </a:solidFill>
          <a:ln/>
        </p:spPr>
      </p:sp>
      <p:sp>
        <p:nvSpPr>
          <p:cNvPr id="17" name="Shape 13"/>
          <p:cNvSpPr/>
          <p:nvPr/>
        </p:nvSpPr>
        <p:spPr>
          <a:xfrm>
            <a:off x="8797442" y="2157618"/>
            <a:ext cx="731520" cy="73152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18" name="Image 2" descr="/home/claude/pptx_work/icons/clipbo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2540" y="2252716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553676" y="2934858"/>
            <a:ext cx="3219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7553676" y="3236610"/>
            <a:ext cx="32190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Bài tập về nhà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7873716" y="3803538"/>
            <a:ext cx="25789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 tính năng sản phẩm yêu thích bằng Zustand hoặc Context nâng cao, so sánh ưu nhược điểm với Redux Toolkit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317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LÝ THUYẾT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88920"/>
            <a:ext cx="11055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 SÁNH ZUSTAND, CONTEXT NÂNG CAO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&amp; MIDDLEWARE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9776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chủ đề giúp lựa chọn đúng giải pháp quản lý state cho từng loại dự án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ĐẶT VẤN ĐỀ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Redux Toolkit có phải lựa chọn duy nhất?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45336"/>
            <a:ext cx="10607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nhỏ, ít state dùng chung có thực sự cần toàn bộ bộ máy Redux Toolkit?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65960"/>
            <a:ext cx="10881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Ở Buổi 3, Redux Toolkit giải quyết tốt bài toán state tập trung, nhưng vẫn cần định nghĩa slice, ghép reducer vào store, bọc &lt;Provider&gt; — khá nhiều bước cho 1 phần state đơn giản (theme, modal, giỏ hàng nhỏ)</a:t>
            </a:r>
            <a:endParaRPr lang="en-US" sz="1450" dirty="0"/>
          </a:p>
          <a:p>
            <a:pPr algn="l"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là thư viện quản lý state tối giản: không cần Provider, không cần boilerplate action/reducer</a:t>
            </a:r>
            <a:endParaRPr lang="en-US" sz="1450" dirty="0"/>
          </a:p>
          <a:p>
            <a:pPr algn="l"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 vẫn hữu ích cho state ít thay đổi nếu biết cách tối ưu để tránh re-render không kiểm soát (đã nêu ở Buổi 3), thậm chí có thể tự xây 1 "mini-Redux" bằng useReducer</a:t>
            </a:r>
            <a:endParaRPr lang="en-US" sz="1450" dirty="0"/>
          </a:p>
          <a:p>
            <a:pPr algn="l"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Không có giải pháp "tốt nhất tuyệt đối" — cần biết ưu/nhược từng công cụ để chọn đúng cho từng tình huống.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ZUSTAND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Zustand — Triết lý thiết kế tối giản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Triết lý của Zustand: quản lý state bằng 1 hook thuần, KHÔNG Provider, KHÔNG action type, KHÔNG reducer tách rời — giảm tối đa boilerplate so với Redux</a:t>
            </a:r>
            <a:endParaRPr lang="en-US" sz="1350" dirty="0"/>
          </a:p>
          <a:p>
            <a:pPr algn="l"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create&lt;T&gt;() tạo ra 1 hook store; state và các hàm cập nhật (actions) nằm chung trong cùng 1 object, định nghĩa kiểu qua create&lt;StateType&gt;()</a:t>
            </a:r>
            <a:endParaRPr lang="en-US" sz="1350" dirty="0"/>
          </a:p>
          <a:p>
            <a:pPr algn="l"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set() dùng để cập nhật state — mặc định merge nông, không cần return toàn bộ state mới như reducer</a:t>
            </a:r>
            <a:endParaRPr lang="en-US" sz="1350" dirty="0"/>
          </a:p>
          <a:p>
            <a:pPr algn="l"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get() cho phép đọc state hiện tại ngay bên trong 1 action khác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useCartStore.ts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CartState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CartItem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[];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addItem: (item: 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CartItem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removeItem: (id: 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useCartStore = 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CartState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&gt;((set) =&gt; ({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[],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addItem: (item) =&gt;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set((state) =&gt; ({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items: [...state.items, item],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})),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removeItem: (id) =&gt;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set((state) =&gt; ({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items: state.items.filter(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(i) =&gt; i.id !== id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})),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ZUSTAND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Dùng Zustand trong component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 trực tiếp useCartStore(selector) trong component, không cần useSelector/useDispatch tách riêng như Redux</a:t>
            </a:r>
            <a:endParaRPr lang="en-US" sz="1350" dirty="0"/>
          </a:p>
          <a:p>
            <a:pPr algn="l"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subscribe đúng phần state cần dùng bằng selector → tránh re-render thừa, cùng nguyên tắc với useAppSelector đã học</a:t>
            </a:r>
            <a:endParaRPr lang="en-US" sz="1350" dirty="0"/>
          </a:p>
          <a:p>
            <a:pPr algn="l"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 action y hệt như gọi 1 hàm bình thường, không cần dispatch(actionCreator())</a:t>
            </a:r>
            <a:endParaRPr lang="en-US" sz="1350" dirty="0"/>
          </a:p>
          <a:p>
            <a:pPr algn="l"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&lt;Provider&gt; bọc quanh App — store có thể import và dùng ở bất kỳ file nào.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CartSummary() {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items = useCartStore(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(s) =&gt; s.items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addItem = useCartStore(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(s) =&gt; s.addItem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onClick={() =&gt;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addItem({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id: 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'1'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name: 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'Áo'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Thêm ({items.length})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&lt;/button&gt;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ZUSTAND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 sánh code — Cùng 1 bài toán cartSlice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916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 (BUỔI 3)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6916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95528" y="2194560"/>
            <a:ext cx="48920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cartSlice.ts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cartSlice = 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createSlice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'cart'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initialState,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reducers: {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addItem(state, action: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PayloadAction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CartItem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&gt;) {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state.items.push(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action.payload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ghép vào configureStore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bọc &lt;Provider store={store}&gt;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201168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194560"/>
            <a:ext cx="48920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useCartStore.ts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useCartStore =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CartState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&gt;((set) =&gt; ({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items: [],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addItem: (item) =&gt;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set((state) =&gt; ({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items: [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...state.items,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item,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})),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}));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không cần reducer riêng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không cần &lt;Provider&gt;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1 hành vi addItem — Zustand không cần action type, action creator hay Provider; đổi lại không có sẵn 3 trạng thái pending/fulfilled/rejected hay DevTools tích hợp sẵn như Redux Toolkit.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ZUSTAND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Xử lý bất đồng bộ trong Zustand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createAsyncThunk hay extraReducers — action bất đồng bộ trong Zustand chỉ là 1 hàm async bình thường gọi set() khi có kết quả</a:t>
            </a:r>
            <a:endParaRPr lang="en-US" sz="1350" dirty="0"/>
          </a:p>
          <a:p>
            <a:pPr algn="l"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quản lý loading/error bằng field thường trong state (status, error), giống cách làm thủ công trước khi có Redux Toolkit</a:t>
            </a:r>
            <a:endParaRPr lang="en-US" sz="1350" dirty="0"/>
          </a:p>
          <a:p>
            <a:pPr algn="l"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đổi: code ngắn hơn nhưng KHÔNG có sẵn cơ chế 3 trạng thái pending/fulfilled/rejected tự động như createAsyncThunk.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ProductsState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[];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'idle'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'loading'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'succeeded'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'failed'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fetchProducts: () =&gt;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useProductsStore =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ProductsState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(set) =&gt; ({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items: [],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'idle'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fetchProducts: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{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set({ status: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'loading'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try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=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fetch(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'/api/products'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set({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items: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res.json(),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status: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'succeeded'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set({ status: 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'failed'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ZUSTAND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Gọi action bất đồng bộ trong component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useEffect(() =&gt; { fetchProducts(); }, []) gọi trực tiếp, không cần dispatch(fetchProducts())</a:t>
            </a:r>
            <a:endParaRPr lang="en-US" sz="1350" dirty="0"/>
          </a:p>
          <a:p>
            <a:pPr algn="l"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action nằm cùng state trong 1 store, TypeScript vẫn suy luận đúng kiểu status, items khi gõ code</a:t>
            </a:r>
            <a:endParaRPr lang="en-US" sz="1350" dirty="0"/>
          </a:p>
          <a:p>
            <a:pPr algn="l"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với createAsyncThunk: Zustand phù hợp khi logic đơn giản; Redux Toolkit phù hợp khi cần chuẩn hoá loading/error nhất quán cho ứng dụng lớn.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ProductList() {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items, status, fetchProducts } =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useProductsStore();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fetchProducts();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[fetchProducts]);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(status ===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'loading'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&lt;p&gt;Đang tải...&lt;/p&gt;;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&lt;ul&gt;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{items.map((p) =&gt; (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 key={p.id}&gt;{p.name}&lt;/li&gt;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CONTEXT NÂNG CAO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Context API nâng cao — Kiểm soát re-render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Ở Buổi 3 đã nêu: mọi component con của Provider sẽ re-render khi giá trị context đổi, dù chỉ cần đúng 1 phần dữ liệu</a:t>
            </a:r>
            <a:endParaRPr lang="en-US" sz="1300" dirty="0"/>
          </a:p>
          <a:p>
            <a:pPr algn="l" marL="228600" indent="-2286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1 — Tách nhỏ Context: thay vì 1 AppContext chứa cả user, theme, cart, nên tách thành UserContext, ThemeContext riêng biệt</a:t>
            </a:r>
            <a:endParaRPr lang="en-US" sz="1300" dirty="0"/>
          </a:p>
          <a:p>
            <a:pPr algn="l" marL="228600" indent="-2286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2 — useMemo cho value truyền vào Provider: nếu không memo, object value bị tạo mới mỗi lần render cha, khiến mọi children re-render dù dữ liệu không đổi</a:t>
            </a:r>
            <a:endParaRPr lang="en-US" sz="1300" dirty="0"/>
          </a:p>
          <a:p>
            <a:pPr algn="l" indent="0" marL="0">
              <a:lnSpc>
                <a:spcPct val="116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vẫn phù hợp cho state ít thay đổi (theme, ngôn ngữ) hơn là state thay đổi liên tục (giỏ hàng, danh sách sản phẩm).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ThemeProvider({ children }: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PropsWithChildren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[theme, setTheme] = useState&lt;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'light'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'dark'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'light'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 = useMemo(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=&gt; ({ theme, setTheme }),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[theme]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&lt;ThemeContext.Provider value={value}&gt;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{children}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&lt;/ThemeContext.Provider&gt;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CONTEXT NÂNG CAO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Tách nhỏ Context theo từng loại dữ liệu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gộp UserContext và ThemeContext làm 1 — component chỉ hiển thị theme sẽ không re-render khi user đổi tên</a:t>
            </a:r>
            <a:endParaRPr lang="en-US" sz="1350" dirty="0"/>
          </a:p>
          <a:p>
            <a:pPr algn="l"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React.memo() cho component con nếu props không đổi, để tận dụng tối đa việc tách Context</a:t>
            </a:r>
            <a:endParaRPr lang="en-US" sz="1350" dirty="0"/>
          </a:p>
          <a:p>
            <a:pPr algn="l"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tắc: Context cho state TOÀN CỤC ít thay đổi; Zustand/Redux cho state thay đổi thường xuyên &amp; phức tạp.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UserContext = createContext&lt;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UserContextType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ThemeContext = createContext&lt;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ThemeContextType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AppProviders({ children }: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PropsWithChildren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&lt;UserProvider&gt;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&lt;ThemeProvider&gt;{children}&lt;/ThemeProvider&gt;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&lt;/UserProvider&gt;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CONTEXT NÂNG CAO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Kết hợp useReducer + Context — Xây "mini-Redux"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useReducer quản lý logic cập nhật state theo pattern action/reducer y hệt Redux, nhưng chỉ gói gọn trong 1 component hoặc 1 Context</a:t>
            </a:r>
            <a:endParaRPr lang="en-US" sz="1300" dirty="0"/>
          </a:p>
          <a:p>
            <a:pPr algn="l" marL="228600" indent="-2286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với Context để "phát" state và dispatch xuống toàn bộ cây con — không cần cài thêm thư viện ngoài</a:t>
            </a:r>
            <a:endParaRPr lang="en-US" sz="1300" dirty="0"/>
          </a:p>
          <a:p>
            <a:pPr algn="l" marL="228600" indent="-2286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khi: state có logic cập nhật phức tạp (nhiều loại action) nhưng KHÔNG cần chia sẻ ra toàn app, hoặc muốn tránh phụ thuộc thư viện ngoài</a:t>
            </a:r>
            <a:endParaRPr lang="en-US" sz="1300" dirty="0"/>
          </a:p>
          <a:p>
            <a:pPr algn="l" indent="0" marL="0">
              <a:lnSpc>
                <a:spcPct val="116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Đây chính là ý tưởng gốc mà Redux (và sau này Redux Toolkit) đã chuẩn hoá và mở rộng cho quy mô lớn hơn.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{ type: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'add'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payload: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CartItem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{ type: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'remove'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payload: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cartReducer(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state: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CartItem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[],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action: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(action.type) {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'add'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[...state, action.payload];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'remove'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state.filter(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(i) =&gt; i.id !== action.payload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state;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CONTEXT NÂNG CAO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Provider dùng useReducer — "mini-Redux" hoàn chỉnh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CartContext lưu cả state lẫn dispatch; component con gọi dispatch(action) y hệt cách dùng Redux</a:t>
            </a:r>
            <a:endParaRPr lang="en-US" sz="1300" dirty="0"/>
          </a:p>
          <a:p>
            <a:pPr algn="l"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Vẫn cần useMemo cho value truyền vào Provider để tránh re-render thừa, giống kỹ thuật đã học ở slide trước</a:t>
            </a:r>
            <a:endParaRPr lang="en-US" sz="1300" dirty="0"/>
          </a:p>
          <a:p>
            <a:pPr algn="l"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thư viện ngoài, nhưng cũng không có DevTools, middleware hay tiện ích nâng cao như Redux Toolkit — chỉ phù hợp cho state cỡ vừa, không dùng cho toàn ứng dụng lớn.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CartContext = createContext&lt;{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state: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CartItem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dispatch: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|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CartProvider({ children }: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PropsWithChildren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[state, dispatch] =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useReducer(cartReducer, []);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 = useMemo(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=&gt; ({ state, dispatch }),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[state]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&lt;CartContext.Provider value={value}&gt;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{children}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&lt;/CartContext.Provider&gt;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MIDDLEWARE REDUX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Middleware trong Redux — Khái niệm &amp; redux-thunk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là 1 lớp trung gian đứng giữa lúc dispatch(action) và lúc action thực sự đến reducer — có thể quan sát, chỉnh sửa hoặc chặn action tại đây</a:t>
            </a:r>
            <a:endParaRPr lang="en-US" sz="1300" dirty="0"/>
          </a:p>
          <a:p>
            <a:pPr algn="l" marL="228600" indent="-2286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redux-thunk là middleware phổ biến nhất: cho phép dispatch 1 HÀM (thay vì object action thông thường); middleware sẽ tự gọi hàm đó với (dispatch, getState)</a:t>
            </a:r>
            <a:endParaRPr lang="en-US" sz="1300" dirty="0"/>
          </a:p>
          <a:p>
            <a:pPr algn="l" indent="0" marL="0">
              <a:lnSpc>
                <a:spcPct val="116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Ở Buổi 3, configureStore() đã TỰ ĐỘNG thêm redux-thunk — đây chính là lý do createAsyncThunk hoạt động được: nó tạo ra 1 thunk (hàm) rồi dispatch hàm đó.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Cách redux-thunk hoạt động (rút gọn)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thunkMiddleware({ dispatch, getState }) {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(next) =&gt; (action) =&gt; {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 === 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'function'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action(dispatch, getState);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next(action);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createAsyncThunk thực chất tạo ra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hàm dạng như thế này: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fetchProducts = () =&gt;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(dispatch) =&gt; {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 = 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fetch(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'/api/products'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).then((r) =&gt; r.json());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dispatch({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type: 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'products/fulfilled'</a:t>
            </a:r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payload: data,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8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8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MIDDLEWARE REDUX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Middleware redux-logger — Ghi log mọi action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redux-logger là middleware có sẵn, in ra console mỗi action được dispatch kèm state trước/sau — không cần tự viết middleware log như đã thử ở Buổi 3</a:t>
            </a:r>
            <a:endParaRPr lang="en-US" sz="1400" dirty="0"/>
          </a:p>
          <a:p>
            <a:pPr algn="l" marL="228600" indent="-2286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hữu ích khi debug: thấy ngay action nào chạy sai thứ tự, payload có đúng như kỳ vọng không</a:t>
            </a:r>
            <a:endParaRPr lang="en-US" sz="1400" dirty="0"/>
          </a:p>
          <a:p>
            <a:pPr algn="l" indent="0" marL="0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nên bật ở môi trường development, tắt khi build production vì ảnh hưởng hiệu năng.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npm install redux-logger @types/redux-logger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logger </a:t>
            </a:r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'redux-logger'</a:t>
            </a:r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store = </a:t>
            </a:r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configureStore</a:t>
            </a:r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reducer: rootReducer,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middleware: (getDefault) =&gt;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getDefault().concat(logger),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MIDDLEWARE REDUX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redux-saga — Một tư duy khác cho side-effect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redux-saga xử lý side-effect (gọi API, hẹn giờ...) bằng generator function (function*) thay vì async/await như thunk</a:t>
            </a:r>
            <a:endParaRPr lang="en-US" sz="1300" dirty="0"/>
          </a:p>
          <a:p>
            <a:pPr algn="l"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duy khác biệt: thunk gọi trực tiếp trong hàm; saga mô tả side-effect như 1 chuỗi "effect" (call, put, take...) để middleware tự thực thi — dễ test hơn nhưng learning curve cao hơn</a:t>
            </a:r>
            <a:endParaRPr lang="en-US" sz="1300" dirty="0"/>
          </a:p>
          <a:p>
            <a:pPr algn="l"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đi sâu ở học phần này — chỉ cần biết: nếu dự án cần side-effect phức tạp (huỷ tác vụ, chạy song song có điều kiện), redux-saga là lựa chọn nâng cao hơn thunk.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fetchProductsSaga()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 = 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call(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fetchProductsApi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put({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type: 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'products/fulfilled'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payload: data,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(e)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put({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type: 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'products/failed'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saga "mô tả" effect, middleware tự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chạy — không await trực tiếp như thunk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BẢNG TIÊU CHÍ LỰA CHỌN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Bảng tiêu chí lựa chọn giải pháp quản lý state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2834640"/>
                <a:gridCol w="283464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nâng cao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Redux Toolkit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 mô team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 nhân / nhóm nhỏ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 nhỏ – vừa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 vừa – lớn, nhiều người cùng sửa state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 phức tạp state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Đơn giản, ít thay đổi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Vừa phải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Phức tạp, nhiều slice, nhiều quan hệ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Hiệu năng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Cần tách Context cẩn thận, dễ re-render thừa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Tốt, chỉ re-render đúng phần subscribe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Tốt, tối ưu sâu được bằng selector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curve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 (đã biết React)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Rất thấp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 – cao (slice, thunk, middleware)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166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"người thắng tuyệt đối" — mỗi công cụ phù hợp với 1 loại bài toán khác nhau trong cùng 1 dự án.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LỰA CHỌN CHO ĐỒ ÁN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Chọn giải pháp nào cho đồ án cuối kỳ?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cuối kỳ yêu cầu bắt buộc state management tập trung — Redux Toolkit vẫn là lựa chọn an toàn nhất để đáp ứng yêu cầu chấm điểm</a:t>
            </a:r>
            <a:endParaRPr lang="en-US" sz="1550" dirty="0"/>
          </a:p>
          <a:p>
            <a:pPr algn="l"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dùng Zustand cho 1 phần state phụ, đơn giản (trạng thái UI: mở/đóng modal, tab đang chọn) song song với Redux Toolkit cho state nghiệp vụ chính</a:t>
            </a:r>
            <a:endParaRPr lang="en-US" sz="1550" dirty="0"/>
          </a:p>
          <a:p>
            <a:pPr algn="l"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nâng cao (hoặc mini-Redux bằng useReducer) phù hợp cho theme, ngôn ngữ, thông tin đăng nhập ít thay đổi</a:t>
            </a:r>
            <a:endParaRPr lang="en-US" sz="1550" dirty="0"/>
          </a:p>
          <a:p>
            <a:pPr algn="l"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Không bắt buộc chỉ dùng 1 công cụ duy nhất; quan trọng là chọn đúng công cụ cho đúng loại state.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317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THỰC HÀNH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88920"/>
            <a:ext cx="11055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CÙNG VIẾT CODE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9776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Zustand, middleware Redux và Context nâng cao vào 3 bài thực hành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1/3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Thực hành 1 — Viết lại cartSlice bằng Zustand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cầu:</a:t>
            </a:r>
            <a:endParaRPr lang="en-US" sz="1450" dirty="0"/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lại toàn bộ cartSlice đã làm ở Buổi 3 (Redux Toolkit) sang Zustand store</a:t>
            </a:r>
            <a:endParaRPr lang="en-US" sz="1450" dirty="0"/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nguyên chức năng: addItem, removeItem, updateQuantity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thực hiện:</a:t>
            </a:r>
            <a:endParaRPr lang="en-US" sz="1450" dirty="0"/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Tạo useCartStore bằng create&lt;CartState&gt;()</a:t>
            </a:r>
            <a:endParaRPr lang="en-US" sz="1450" dirty="0"/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Chuyển 3 reducer thành 3 action trong cùng object store</a:t>
            </a:r>
            <a:endParaRPr lang="en-US" sz="1450" dirty="0"/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So sánh số dòng code với bản Redux Toolkit ở Buổi 3, ghi nhận xét ngắn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4937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95528" y="5120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addItem: (item) =&gt; set((state) =&gt; ({ items: [...state.items, item] })),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2/3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Thực hành 2 — Thêm middleware redux-logger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cầu:</a:t>
            </a:r>
            <a:endParaRPr lang="en-US" sz="1450" dirty="0"/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và thêm redux-logger vào store Redux Toolkit đã xây ở Buổi 3</a:t>
            </a:r>
            <a:endParaRPr lang="en-US" sz="1450" dirty="0"/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 console khi thêm/xoá sản phẩm trong giỏ hàng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thực hiện:</a:t>
            </a:r>
            <a:endParaRPr lang="en-US" sz="1450" dirty="0"/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npm install redux-logger @types/redux-logger</a:t>
            </a:r>
            <a:endParaRPr lang="en-US" sz="1450" dirty="0"/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Thêm logger vào middleware: (getDefault) =&gt; getDefault().concat(logger)</a:t>
            </a:r>
            <a:endParaRPr lang="en-US" sz="1450" dirty="0"/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Mở console, thực hiện vài thao tác giỏ hàng và đọc log action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4937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95528" y="5120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middleware: (getDefault) =&gt; getDefault().concat(logger),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3/3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Thực hành 3 — Tách Context nâng cao chống re-render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cầu:</a:t>
            </a:r>
            <a:endParaRPr lang="en-US" sz="1450" dirty="0"/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1 AppContext gộp (giả định có sẵn user + theme) thành UserContext và ThemeContext riêng</a:t>
            </a:r>
            <a:endParaRPr lang="en-US" sz="1450" dirty="0"/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useMemo cho value truyền vào mỗi Provider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thực hiện:</a:t>
            </a:r>
            <a:endParaRPr lang="en-US" sz="1450" dirty="0"/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Tạo 2 context riêng biệt thay vì 1</a:t>
            </a:r>
            <a:endParaRPr lang="en-US" sz="1450" dirty="0"/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Viết 2 Provider component, mỗi cái tự quản lý state của mình</a:t>
            </a:r>
            <a:endParaRPr lang="en-US" sz="1450" dirty="0"/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Kiểm tra bằng React DevTools Profiler xem re-render đã giảm chưa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4937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95528" y="5120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 = useMemo(() =&gt; ({ theme, setTheme }), [theme]);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317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88920"/>
            <a:ext cx="11055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BÀI TẬP VỀ NHÀ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9776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trước khi vào Buổi 5 — Tối ưu hiệu năng ứng dụng React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TRƯỚC BUỔI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Bài tập về nhà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" cy="54864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5" name="Image 0" descr="/home/claude/pptx_work/icons/clip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170" y="1887322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8105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Đề bài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423160"/>
            <a:ext cx="5577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tính năng "Sản phẩm yêu thích": thêm/bỏ 1 sản phẩm khỏi danh sách yêu thích</a:t>
            </a:r>
            <a:endParaRPr lang="en-US" sz="1350" dirty="0"/>
          </a:p>
          <a:p>
            <a:pPr algn="l"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1 trong 2 cách cài đặt: Zustand store riêng (favoritesStore) HOẶC Context nâng cao (FavoritesContext + useMemo, có thể dùng useReducer nếu muốn thực hành mini-Redux)</a:t>
            </a:r>
            <a:endParaRPr lang="en-US" sz="1350" dirty="0"/>
          </a:p>
          <a:p>
            <a:pPr algn="l"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kèm 1 đoạn nhận xét ngắn (5–7 dòng) so sánh ưu/nhược điểm của lựa chọn so với nếu dùng Redux Toolkit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92240" y="1783080"/>
            <a:ext cx="5120640" cy="4160520"/>
          </a:xfrm>
          <a:prstGeom prst="roundRect">
            <a:avLst>
              <a:gd name="adj" fmla="val 1319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122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ĐÁNH GIÁ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246888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hoạt động đúng: thêm/bỏ yêu thích, hiển thị đúng danh sách</a:t>
            </a:r>
            <a:endParaRPr lang="en-US" sz="1350" dirty="0"/>
          </a:p>
          <a:p>
            <a:pPr algn="l" marL="228600" indent="-2286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chọn Zustand: có tách store riêng, không gộp chung cartStore</a:t>
            </a:r>
            <a:endParaRPr lang="en-US" sz="1350" dirty="0"/>
          </a:p>
          <a:p>
            <a:pPr algn="l" marL="228600" indent="-2286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chọn Context: có dùng useMemo, không gây re-render toàn app</a:t>
            </a:r>
            <a:endParaRPr lang="en-US" sz="1350" dirty="0"/>
          </a:p>
          <a:p>
            <a:pPr algn="l" marL="228600" indent="-2286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đoạn nhận xét so sánh với Redux Toolkit</a:t>
            </a:r>
            <a:endParaRPr lang="en-US" sz="1350" dirty="0"/>
          </a:p>
          <a:p>
            <a:pPr algn="l" marL="228600" indent="-2286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dùng any, code rõ ràng; nộp đúng hạn trước giờ học Buổi 5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 KHI RỜI LỚP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Chuẩn bị &amp; tài liệu tham khảo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219054" cy="4251960"/>
          </a:xfrm>
          <a:prstGeom prst="roundRect">
            <a:avLst>
              <a:gd name="adj" fmla="val 1704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10312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6" name="Image 0" descr="/home/claude/pptx_work/icons/tool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389" y="2176821"/>
            <a:ext cx="419527" cy="4195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32688" y="2834640"/>
            <a:ext cx="2578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Công cụ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3383280"/>
            <a:ext cx="257897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LTS + VS Code</a:t>
            </a:r>
            <a:endParaRPr lang="en-US" sz="1200" dirty="0"/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DevTools (tab Profiler)</a:t>
            </a:r>
            <a:endParaRPr lang="en-US" sz="1200" dirty="0"/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thêm: npm i zustand redux-logger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060302" y="1783080"/>
            <a:ext cx="3219054" cy="4251960"/>
          </a:xfrm>
          <a:prstGeom prst="roundRect">
            <a:avLst>
              <a:gd name="adj" fmla="val 1704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426062" y="210312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11" name="Image 1" descr="/home/claude/pptx_work/icons/boo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762" y="217682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26062" y="2834640"/>
            <a:ext cx="2578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Tài liệu chính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426062" y="3383280"/>
            <a:ext cx="257897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— Official TypeScript Guide</a:t>
            </a:r>
            <a:endParaRPr lang="en-US" sz="1200" dirty="0"/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— Writing Middleware, redux-saga.js.org (tổng quan)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553676" y="1783080"/>
            <a:ext cx="3219054" cy="4251960"/>
          </a:xfrm>
          <a:prstGeom prst="roundRect">
            <a:avLst>
              <a:gd name="adj" fmla="val 1704"/>
            </a:avLst>
          </a:prstGeom>
          <a:solidFill>
            <a:srgbClr val="F2F2F2"/>
          </a:solidFill>
          <a:ln/>
        </p:spPr>
      </p:sp>
      <p:sp>
        <p:nvSpPr>
          <p:cNvPr id="15" name="Shape 11"/>
          <p:cNvSpPr/>
          <p:nvPr/>
        </p:nvSpPr>
        <p:spPr>
          <a:xfrm>
            <a:off x="7919436" y="210312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16" name="Image 2" descr="/home/claude/pptx_work/icons/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136" y="217682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919436" y="2834640"/>
            <a:ext cx="2578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Kết nối buổi sau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919436" y="3383280"/>
            <a:ext cx="257897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5: Tối ưu hiệu năng ứng dụng React (memo, useMemo, useCallback)</a:t>
            </a:r>
            <a:endParaRPr lang="en-US" sz="1200" dirty="0"/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Việc tách Context hôm nay là bước đệm cho tối ưu re-render sâu hơn ở Buổi 5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A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assets/logo_rip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6926" y="226771"/>
            <a:ext cx="444398" cy="5687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49494" y="123444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1" descr="/home/claude/pptx_work/icons/question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6" y="1481328"/>
            <a:ext cx="603504" cy="6035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66928" y="26974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CẢM ƠN &amp; HỎI ĐÁP</a:t>
            </a:r>
            <a:endParaRPr lang="en-US" sz="36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383280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5: Tối ưu hiệu năng ứng dụng React — hẹn gặp lại!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448056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viên: Ngô Văn Nhận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0888726113  ·  nhannv@ptit.edu.vn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Web nâng cao  |  Buổi 4: So sánh Zustand, Context nâng cao &amp; Middleware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2026-09-20T16:21:23Z</dcterms:created>
  <dcterms:modified xsi:type="dcterms:W3CDTF">2026-09-20T16:21:23Z</dcterms:modified>
</cp:coreProperties>
</file>